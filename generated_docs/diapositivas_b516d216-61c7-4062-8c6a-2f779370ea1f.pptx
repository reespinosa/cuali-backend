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76907" y="4215564"/>
            <a:ext cx="1678756" cy="1678756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9936" y="2082968"/>
            <a:ext cx="1641162" cy="164116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70047" y="-1164232"/>
            <a:ext cx="3174621" cy="3174621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86804" y="-1356193"/>
            <a:ext cx="2360905" cy="236090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93060" y="2952805"/>
            <a:ext cx="1980431" cy="198043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979999" y="-1185458"/>
            <a:ext cx="3432263" cy="343226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9603" y="3650166"/>
            <a:ext cx="1392642" cy="139264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82900" y="4215025"/>
            <a:ext cx="3030899" cy="303089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FFFFFF"/>
                </a:solidFill>
                <a:latin typeface="Comic Sans MS"/>
              </a:rPr>
              <a:t>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omic Sans MS"/>
              </a:rPr>
              <a:t>DESAFIOS DE MEDICION CON MULTIPLICACION E INVERSION A LA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62108" y="-957915"/>
            <a:ext cx="3557094" cy="3557094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2940" y="4546119"/>
            <a:ext cx="2196977" cy="219697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45140" y="-1110195"/>
            <a:ext cx="1946719" cy="1946719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41660" y="1507163"/>
            <a:ext cx="1733663" cy="173366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45277" y="1350095"/>
            <a:ext cx="3338118" cy="3338118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5301" y="5000180"/>
            <a:ext cx="2519325" cy="251932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¿Qué es multiplicación?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Repetir una suma varias veces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Ejemplo: 3×4=12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404" y="1334696"/>
            <a:ext cx="1915587" cy="1915587"/>
          </a:xfrm>
          <a:prstGeom prst="ellipse">
            <a:avLst/>
          </a:prstGeom>
          <a:solidFill>
            <a:srgbClr val="FFFFF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64236" y="3058481"/>
            <a:ext cx="2455286" cy="2455286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8211" y="5911741"/>
            <a:ext cx="1964483" cy="1964483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4558" y="1533518"/>
            <a:ext cx="2608266" cy="2608266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9409" y="5401071"/>
            <a:ext cx="1901773" cy="1901773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541" y="-903197"/>
            <a:ext cx="3066101" cy="306610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Definición de división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Distribuir en partes iguales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Ejemplo: 12÷4=3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909" y="1525645"/>
            <a:ext cx="1911205" cy="1911205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7908" y="2647384"/>
            <a:ext cx="1577569" cy="157756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23705" y="251848"/>
            <a:ext cx="3201434" cy="320143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10390" y="4677131"/>
            <a:ext cx="2195119" cy="219511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1572" y="4692115"/>
            <a:ext cx="1861719" cy="186171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7206" y="-165921"/>
            <a:ext cx="1966540" cy="196654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Operaciones inversas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Multiplicar y dividir se cancelan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Si a×b=c, entonces c÷b=a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4460" y="4445399"/>
            <a:ext cx="2795553" cy="279555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13758" y="4775714"/>
            <a:ext cx="2862144" cy="286214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36312" y="5218667"/>
            <a:ext cx="3528113" cy="352811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45891" y="1413720"/>
            <a:ext cx="2221519" cy="222151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03717" y="213821"/>
            <a:ext cx="2683629" cy="268362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33264" y="1477211"/>
            <a:ext cx="1787824" cy="178782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Medición con multiplicación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Contar unidades en grupos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Ejemplo: 5 bloques de 2 cm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50726" y="2176525"/>
            <a:ext cx="3185175" cy="31851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2031" y="2918650"/>
            <a:ext cx="1455776" cy="1455776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17047" y="-1211471"/>
            <a:ext cx="3051435" cy="305143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71325" y="1656939"/>
            <a:ext cx="3204778" cy="3204778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65558" y="2749915"/>
            <a:ext cx="2604326" cy="26043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7494" y="4505177"/>
            <a:ext cx="3212113" cy="3212113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 práctico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Un recipiente de 10 L lleno con tazas de 0.5 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Multiplicamos 20×0.5=10 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10" y="3390115"/>
            <a:ext cx="2111881" cy="211188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6584" y="2891610"/>
            <a:ext cx="3249033" cy="324903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1337" y="1687412"/>
            <a:ext cx="1862400" cy="18624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62924" y="4676988"/>
            <a:ext cx="1578969" cy="157896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01420" y="2893138"/>
            <a:ext cx="3537470" cy="353747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6544" y="5769901"/>
            <a:ext cx="2690857" cy="2690857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Inversión a la división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Encontrar cuántas veces cabe el volumen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10÷0.5=20 tazas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47316" y="-447464"/>
            <a:ext cx="1889849" cy="1889849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0209" y="4562958"/>
            <a:ext cx="1471677" cy="1471677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5342" y="1987055"/>
            <a:ext cx="1850282" cy="1850282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65316" y="5192615"/>
            <a:ext cx="2264232" cy="226423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6316" y="-1225359"/>
            <a:ext cx="1576347" cy="157634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0493" y="5293704"/>
            <a:ext cx="2560726" cy="25607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Actividad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Cada grupo mide un objeto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Calcula total y divide por factor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07390" y="-358156"/>
            <a:ext cx="2430034" cy="2430034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64815" y="5199629"/>
            <a:ext cx="1386310" cy="1386310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15637" y="3749759"/>
            <a:ext cx="2135178" cy="213517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4074" y="1935023"/>
            <a:ext cx="2238038" cy="223803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547" y="-996081"/>
            <a:ext cx="2337633" cy="2337633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54899" y="2947502"/>
            <a:ext cx="2528931" cy="252893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Juego de bingo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Resolver multiplicaciones para obtener casillas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Usar app para verificar división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8866" y="2857253"/>
            <a:ext cx="2677826" cy="26778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17780" y="658519"/>
            <a:ext cx="2429059" cy="242905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93800" y="1026123"/>
            <a:ext cx="1737884" cy="1737884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72590" y="1270347"/>
            <a:ext cx="3548784" cy="3548784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0204" y="1419924"/>
            <a:ext cx="3337928" cy="3337928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86529" y="-93849"/>
            <a:ext cx="3261775" cy="32617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Experimento de flujo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Medir tiempo que tarda en llenarse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Calcular número de volúmenes y dividir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94382" y="5389185"/>
            <a:ext cx="2405739" cy="240573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74352" y="17571"/>
            <a:ext cx="2404488" cy="2404488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91906" y="4429184"/>
            <a:ext cx="2541823" cy="254182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604" y="2569050"/>
            <a:ext cx="2392511" cy="2392511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50939" y="1526389"/>
            <a:ext cx="2821959" cy="282195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08587" y="-219499"/>
            <a:ext cx="2866466" cy="2866466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Reflexión diaria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Compartir ejemplos de la vida real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Escribir conclusión personal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5099" y="3503325"/>
            <a:ext cx="2456468" cy="2456468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6759" y="2158267"/>
            <a:ext cx="2244031" cy="2244031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69090" y="3028178"/>
            <a:ext cx="3224055" cy="3224055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19579" y="5782961"/>
            <a:ext cx="1375408" cy="137540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26303" y="-941288"/>
            <a:ext cx="1742543" cy="1742543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22401" y="1093619"/>
            <a:ext cx="1542157" cy="154215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Cierre y reto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Repaso rápido: multiplicación vs división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¿Qué problema resolverás hoy?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¡Actúa con tu equipo!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